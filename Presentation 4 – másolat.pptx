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2502C8-E7CC-3AAA-A39B-DA651976F205}" v="47" dt="2026-06-07T14:55:08.121"/>
    <p1510:client id="{DFE51884-07B3-E12C-E144-0A493C9F7D8C}" v="6" dt="2026-06-07T14:40:06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2026. 06. 07.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mberi agy idegsejtjei">
            <a:extLst>
              <a:ext uri="{FF2B5EF4-FFF2-40B4-BE49-F238E27FC236}">
                <a16:creationId xmlns:a16="http://schemas.microsoft.com/office/drawing/2014/main" id="{4E2D609D-CE29-EECC-E61B-AF9788DAF3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5000" r="-2" b="-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A 2 csoport projekt bemutatása!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Készítette: Szilvásy Gergely, Brecska Bálint, Répási Benedek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254FF-6F7B-28C4-2B92-373E99CEA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bg1"/>
                </a:solidFill>
              </a:rPr>
              <a:t>A projektünk arról szól hogy az AI hol és mit segít a játékokban!</a:t>
            </a:r>
          </a:p>
        </p:txBody>
      </p:sp>
      <p:pic>
        <p:nvPicPr>
          <p:cNvPr id="4" name="Kép 3" descr="AI és adatelemzés hatása a magyar gaming iparra">
            <a:extLst>
              <a:ext uri="{FF2B5EF4-FFF2-40B4-BE49-F238E27FC236}">
                <a16:creationId xmlns:a16="http://schemas.microsoft.com/office/drawing/2014/main" id="{2EDB6024-0FFC-7B0E-6D6A-09FCAED52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35" r="21099" b="1"/>
          <a:stretch>
            <a:fillRect/>
          </a:stretch>
        </p:blipFill>
        <p:spPr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32AD4-0740-D099-0F15-F36BEA1A9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Az AI(MI) mostanában és régen is lehetett vele találkozni különböző játékokban. </a:t>
            </a:r>
          </a:p>
          <a:p>
            <a:r>
              <a:rPr lang="en-US">
                <a:solidFill>
                  <a:schemeClr val="bg1"/>
                </a:solidFill>
              </a:rPr>
              <a:t>Be állíthat különféle ,,technkikákat" ahoz hogy a játék kényelmesebb vagy egyszerűbb legyen.</a:t>
            </a:r>
          </a:p>
          <a:p>
            <a:r>
              <a:rPr lang="en-US">
                <a:solidFill>
                  <a:schemeClr val="bg1"/>
                </a:solidFill>
              </a:rPr>
              <a:t>A napjainkban szerintünk sokkal több helyen lehet találkozni az MI-vel.</a:t>
            </a:r>
          </a:p>
        </p:txBody>
      </p:sp>
      <p:grpSp>
        <p:nvGrpSpPr>
          <p:cNvPr id="15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50190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F4104-115E-925B-FD5F-DFE1CB83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Története: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41101-3A47-5282-0533-8BB2CEE9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A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videojátékok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mesterséges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intelligenciája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az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1950-es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évekig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nyúlik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vissza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amikor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az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első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sakkprogramok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és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logikai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játékok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highlight>
                  <a:srgbClr val="FFFFFF"/>
                </a:highlight>
                <a:ea typeface="+mn-lt"/>
                <a:cs typeface="+mn-lt"/>
              </a:rPr>
              <a:t>megjelentek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. </a:t>
            </a:r>
            <a:endParaRPr lang="en-US">
              <a:highlight>
                <a:srgbClr val="FFFFFF"/>
              </a:highligh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Kép 3" descr="A játékfejlesztők többsége szerint árt a generatív AI a videójáték-iparnak">
            <a:extLst>
              <a:ext uri="{FF2B5EF4-FFF2-40B4-BE49-F238E27FC236}">
                <a16:creationId xmlns:a16="http://schemas.microsoft.com/office/drawing/2014/main" id="{BDE45BF6-3B17-5B3B-E247-10EDF7516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2277198"/>
            <a:ext cx="4170530" cy="23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9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98E7FC-716D-F50B-CE51-FC8AF2C7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err="1"/>
              <a:t>Napjainkban</a:t>
            </a:r>
            <a:r>
              <a:rPr lang="en-US"/>
              <a:t>:</a:t>
            </a:r>
          </a:p>
        </p:txBody>
      </p:sp>
      <p:pic>
        <p:nvPicPr>
          <p:cNvPr id="4" name="Kép 3" descr="Mi az az NPC? - YouTube">
            <a:extLst>
              <a:ext uri="{FF2B5EF4-FFF2-40B4-BE49-F238E27FC236}">
                <a16:creationId xmlns:a16="http://schemas.microsoft.com/office/drawing/2014/main" id="{FB55215F-462B-306D-B9F1-31203F4089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75" b="-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14F43-33FC-A052-4EEC-DB6DFF35E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Akár</a:t>
            </a:r>
            <a:r>
              <a:rPr lang="en-US" dirty="0"/>
              <a:t> </a:t>
            </a:r>
            <a:r>
              <a:rPr lang="en-US" dirty="0" err="1"/>
              <a:t>minden</a:t>
            </a:r>
            <a:r>
              <a:rPr lang="en-US" dirty="0"/>
              <a:t> NPC-nek (nem </a:t>
            </a:r>
            <a:r>
              <a:rPr lang="en-US" dirty="0" err="1"/>
              <a:t>játékos</a:t>
            </a:r>
            <a:r>
              <a:rPr lang="en-US" dirty="0"/>
              <a:t> </a:t>
            </a:r>
            <a:r>
              <a:rPr lang="en-US" dirty="0" err="1"/>
              <a:t>karakter</a:t>
            </a:r>
            <a:r>
              <a:rPr lang="en-US" dirty="0"/>
              <a:t>)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személyisége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viselkedése</a:t>
            </a:r>
            <a:r>
              <a:rPr lang="en-US" dirty="0"/>
              <a:t>.</a:t>
            </a:r>
          </a:p>
          <a:p>
            <a:r>
              <a:rPr lang="en-US" dirty="0" err="1"/>
              <a:t>Még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is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játék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 AI </a:t>
            </a:r>
            <a:r>
              <a:rPr lang="en-US" dirty="0" err="1"/>
              <a:t>készítette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 ember meg nem is </a:t>
            </a:r>
            <a:r>
              <a:rPr lang="en-US" dirty="0" err="1"/>
              <a:t>csinált</a:t>
            </a:r>
            <a:r>
              <a:rPr lang="en-US" dirty="0"/>
              <a:t> </a:t>
            </a:r>
            <a:r>
              <a:rPr lang="en-US" dirty="0" err="1"/>
              <a:t>semmit</a:t>
            </a:r>
            <a:r>
              <a:rPr lang="en-US" dirty="0"/>
              <a:t>.</a:t>
            </a:r>
          </a:p>
        </p:txBody>
      </p:sp>
      <p:pic>
        <p:nvPicPr>
          <p:cNvPr id="5" name="Kép 4" descr="A képen személy, Emberi arc, ruházat, Áll látható&#10;&#10;Lehet, hogy az AI által létrehozott tartalom helytelen.">
            <a:extLst>
              <a:ext uri="{FF2B5EF4-FFF2-40B4-BE49-F238E27FC236}">
                <a16:creationId xmlns:a16="http://schemas.microsoft.com/office/drawing/2014/main" id="{6D8E2618-60FE-23F6-EF61-0EFD2C64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573" y="6162932"/>
            <a:ext cx="565066" cy="69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Kép 3" descr="PED / NPC Health Mod - GTA5-Mods.com">
            <a:extLst>
              <a:ext uri="{FF2B5EF4-FFF2-40B4-BE49-F238E27FC236}">
                <a16:creationId xmlns:a16="http://schemas.microsoft.com/office/drawing/2014/main" id="{3A0CA471-5F32-99B8-A8E3-8915B5AEE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12" r="422" b="-214"/>
          <a:stretch>
            <a:fillRect/>
          </a:stretch>
        </p:blipFill>
        <p:spPr>
          <a:xfrm>
            <a:off x="740584" y="3104705"/>
            <a:ext cx="5830927" cy="322424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C6B508-0B2C-4D80-99F6-BC8C9C693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54034F-F9B1-4048-9AEF-C7AB99053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83F029-E06B-49B5-9779-2E8CEFD77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34C0F-FDFC-9574-56FF-16BD1FEE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Hol használhatjuk:</a:t>
            </a:r>
          </a:p>
        </p:txBody>
      </p:sp>
      <p:grpSp>
        <p:nvGrpSpPr>
          <p:cNvPr id="17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17004"/>
            <a:ext cx="1370098" cy="508993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445529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" name="Graphic 4">
            <a:extLst>
              <a:ext uri="{FF2B5EF4-FFF2-40B4-BE49-F238E27FC236}">
                <a16:creationId xmlns:a16="http://schemas.microsoft.com/office/drawing/2014/main" id="{DDFA5A3F-B050-4826-ACB4-F634DD12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445529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45D7489-248E-4EB2-A887-30A9C396E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B6BF832-C29A-4992-8772-6B33118C5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E06C84D-D026-40FC-A1FB-0482450B6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2D9620B-AA48-430C-BACC-01BF1B128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C7842E4-3E00-4846-B285-345F6B324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120E203-7898-4AE9-A9E5-F5C364415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6A5C8C3-E77D-410A-8D95-0B15B8E61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E9CE1FB-B266-47D2-A0AC-79D1DDBAA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8862FCB-5370-44C9-803F-017FF893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1EC218E-7E2A-4304-96EA-1A7AA046E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6904051-0B1B-4340-8A1F-FC345A500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D8B68CD-1F5B-4E19-A474-4290A7386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219F1BA-F2AD-4C0B-B881-AF7702BFA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7782C-F09B-1506-92A6-4B2D21CB6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070" y="1130846"/>
            <a:ext cx="4879971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Az NPC állapotai vagy tevékenységei(támadás, eladás, járörözés)</a:t>
            </a:r>
          </a:p>
          <a:p>
            <a:r>
              <a:rPr lang="en-US">
                <a:solidFill>
                  <a:schemeClr val="bg1"/>
                </a:solidFill>
              </a:rPr>
              <a:t>Útvnal tervezés: Meg mutattja hogy hogyan juss a leggyorsabban A pontbol B pontba.</a:t>
            </a:r>
          </a:p>
        </p:txBody>
      </p:sp>
    </p:spTree>
    <p:extLst>
      <p:ext uri="{BB962C8B-B14F-4D97-AF65-F5344CB8AC3E}">
        <p14:creationId xmlns:p14="http://schemas.microsoft.com/office/powerpoint/2010/main" val="1899948069"/>
      </p:ext>
    </p:extLst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EBD08-91A9-193D-0825-FAC644952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Hogyan zajlott ez a csoport projekt: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739C5-2FAB-DF86-5F7B-73B246628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 csoport tök jól együtt működött, mindenki ki vette a saját részét a feladatbol, időben nem mindig voltunk pontosak de, a legjobb lett.</a:t>
            </a:r>
          </a:p>
        </p:txBody>
      </p:sp>
      <p:pic>
        <p:nvPicPr>
          <p:cNvPr id="5" name="Kép 4" descr="A képen ruházat, lábbelik, személy, kültéri látható&#10;&#10;Lehet, hogy az AI által létrehozott tartalom helytelen.">
            <a:extLst>
              <a:ext uri="{FF2B5EF4-FFF2-40B4-BE49-F238E27FC236}">
                <a16:creationId xmlns:a16="http://schemas.microsoft.com/office/drawing/2014/main" id="{FBF74029-505B-4EFA-10C9-57B3239C8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579" y="369913"/>
            <a:ext cx="2083868" cy="27845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 descr="A képen Emberi arc, szöveg, ruházat, személy látható&#10;&#10;Lehet, hogy az AI által létrehozott tartalom helytelen.">
            <a:extLst>
              <a:ext uri="{FF2B5EF4-FFF2-40B4-BE49-F238E27FC236}">
                <a16:creationId xmlns:a16="http://schemas.microsoft.com/office/drawing/2014/main" id="{82AFE157-0990-3477-D6B7-36DB1EB86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661" y="3821651"/>
            <a:ext cx="3588640" cy="26017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1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79415C-7939-D06C-2313-0BEB59CB4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Kép 3" descr="A képen képernyőkép, szöveg, videó, multimédia látható&#10;&#10;Lehet, hogy az AI által létrehozott tartalom helytelen.">
            <a:extLst>
              <a:ext uri="{FF2B5EF4-FFF2-40B4-BE49-F238E27FC236}">
                <a16:creationId xmlns:a16="http://schemas.microsoft.com/office/drawing/2014/main" id="{3FB0AF1E-E9B5-863E-D2B9-7827AF090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C653C4-E185-CCBB-A6BA-88578E30B1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Köszönjük</a:t>
            </a:r>
            <a:r>
              <a:rPr lang="en-US" dirty="0">
                <a:solidFill>
                  <a:srgbClr val="FF0000"/>
                </a:solidFill>
              </a:rPr>
              <a:t> a </a:t>
            </a:r>
            <a:r>
              <a:rPr lang="en-US" dirty="0" err="1">
                <a:solidFill>
                  <a:srgbClr val="FF0000"/>
                </a:solidFill>
              </a:rPr>
              <a:t>figyelmet</a:t>
            </a:r>
            <a:r>
              <a:rPr lang="en-US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7329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7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8" baseType="lpstr">
      <vt:lpstr>Office-téma</vt:lpstr>
      <vt:lpstr>A 2 csoport projekt bemutatása!</vt:lpstr>
      <vt:lpstr>A projektünk arról szól hogy az AI hol és mit segít a játékokban!</vt:lpstr>
      <vt:lpstr>Története:</vt:lpstr>
      <vt:lpstr>Napjainkban:</vt:lpstr>
      <vt:lpstr>Hol használhatjuk:</vt:lpstr>
      <vt:lpstr>Hogyan zajlott ez a csoport projekt: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37</cp:revision>
  <dcterms:created xsi:type="dcterms:W3CDTF">2026-06-04T10:05:32Z</dcterms:created>
  <dcterms:modified xsi:type="dcterms:W3CDTF">2026-06-07T14:58:51Z</dcterms:modified>
</cp:coreProperties>
</file>